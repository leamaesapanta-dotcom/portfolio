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917E-3F85-2362-FB30-2FFCF5B1D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041400"/>
            <a:ext cx="8791575" cy="23876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MIDTERM PROJECT UPDATE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BCC3D-D213-79B6-3417-C228873C12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Student: Lea Mae </a:t>
            </a:r>
            <a:r>
              <a:rPr lang="en-US" b="1" dirty="0" err="1">
                <a:solidFill>
                  <a:schemeClr val="bg1"/>
                </a:solidFill>
              </a:rPr>
              <a:t>Sapanta</a:t>
            </a:r>
            <a:r>
              <a:rPr lang="en-US" b="1" dirty="0">
                <a:solidFill>
                  <a:schemeClr val="bg1"/>
                </a:solidFill>
              </a:rPr>
              <a:t>
Project: Personal Portfolio Website</a:t>
            </a:r>
          </a:p>
        </p:txBody>
      </p:sp>
    </p:spTree>
    <p:extLst>
      <p:ext uri="{BB962C8B-B14F-4D97-AF65-F5344CB8AC3E}">
        <p14:creationId xmlns:p14="http://schemas.microsoft.com/office/powerpoint/2010/main" val="227001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650F-8737-EB4C-F1AB-B06D78D0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71FE8-BDFC-4B67-1A0F-4304B36BA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Purpose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to create a professional online presence that represents who I am as a future web developer.</a:t>
            </a:r>
          </a:p>
          <a:p>
            <a:r>
              <a:rPr lang="en-US" b="1" dirty="0">
                <a:solidFill>
                  <a:schemeClr val="bg1"/>
                </a:solidFill>
              </a:rPr>
              <a:t>Intended Audience:</a:t>
            </a:r>
            <a:r>
              <a:rPr lang="en-US" sz="2000" dirty="0">
                <a:solidFill>
                  <a:schemeClr val="bg1"/>
                </a:solidFill>
              </a:rPr>
              <a:t> Instructor, fellow students, and future employers.</a:t>
            </a:r>
          </a:p>
          <a:p>
            <a:r>
              <a:rPr lang="en-US" b="1" dirty="0">
                <a:solidFill>
                  <a:schemeClr val="bg1"/>
                </a:solidFill>
              </a:rPr>
              <a:t>Content Included:</a:t>
            </a:r>
            <a:r>
              <a:rPr lang="en-US" sz="2000" dirty="0">
                <a:solidFill>
                  <a:schemeClr val="bg1"/>
                </a:solidFill>
              </a:rPr>
              <a:t> Home/About, Skills, Experience, Projects, and Contact sections.</a:t>
            </a:r>
          </a:p>
          <a:p>
            <a:r>
              <a:rPr lang="en-US" b="1" dirty="0">
                <a:solidFill>
                  <a:schemeClr val="bg1"/>
                </a:solidFill>
              </a:rPr>
              <a:t>Organization</a:t>
            </a:r>
            <a:r>
              <a:rPr lang="en-US" sz="2000" dirty="0">
                <a:solidFill>
                  <a:schemeClr val="bg1"/>
                </a:solidFill>
              </a:rPr>
              <a:t>: Single-page scrollable layout with fixed navigation — everything is accessible from one place.”</a:t>
            </a:r>
          </a:p>
        </p:txBody>
      </p:sp>
    </p:spTree>
    <p:extLst>
      <p:ext uri="{BB962C8B-B14F-4D97-AF65-F5344CB8AC3E}">
        <p14:creationId xmlns:p14="http://schemas.microsoft.com/office/powerpoint/2010/main" val="2473992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1E3A-5A86-B374-7D2B-3050A935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CURRENT STATUS &amp;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02CE2-1A60-D872-8C40-8485121EF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What’s working now:</a:t>
            </a:r>
          </a:p>
          <a:p>
            <a:r>
              <a:rPr lang="en-US" b="1" dirty="0">
                <a:solidFill>
                  <a:schemeClr val="bg1"/>
                </a:solidFill>
              </a:rPr>
              <a:t> Full HTML structure with semantic sections ( &lt;header&gt; ,  &lt;section&gt; ,  &lt;footer&gt; )</a:t>
            </a:r>
          </a:p>
          <a:p>
            <a:r>
              <a:rPr lang="en-US" b="1" dirty="0">
                <a:solidFill>
                  <a:schemeClr val="bg1"/>
                </a:solidFill>
              </a:rPr>
              <a:t> Complete CSS styling — colors, fonts, spacing, layout</a:t>
            </a:r>
          </a:p>
          <a:p>
            <a:r>
              <a:rPr lang="en-US" b="1" dirty="0">
                <a:solidFill>
                  <a:schemeClr val="bg1"/>
                </a:solidFill>
              </a:rPr>
              <a:t>Navigation bar with hover effects &amp; gradient highlights</a:t>
            </a:r>
          </a:p>
          <a:p>
            <a:r>
              <a:rPr lang="en-US" b="1" dirty="0">
                <a:solidFill>
                  <a:schemeClr val="bg1"/>
                </a:solidFill>
              </a:rPr>
              <a:t> All main sections visible: About, Skills, Experience, Projects, Contact, Footer</a:t>
            </a:r>
          </a:p>
          <a:p>
            <a:r>
              <a:rPr lang="en-US" b="1" dirty="0">
                <a:solidFill>
                  <a:schemeClr val="bg1"/>
                </a:solidFill>
              </a:rPr>
              <a:t> Responsive design — works on desktop, tablet, and mobile</a:t>
            </a:r>
          </a:p>
          <a:p>
            <a:r>
              <a:rPr lang="en-US" b="1" dirty="0">
                <a:solidFill>
                  <a:schemeClr val="bg1"/>
                </a:solidFill>
              </a:rPr>
              <a:t> Custom scrollbar, hover animations, and smooth transitions"</a:t>
            </a:r>
          </a:p>
        </p:txBody>
      </p:sp>
    </p:spTree>
    <p:extLst>
      <p:ext uri="{BB962C8B-B14F-4D97-AF65-F5344CB8AC3E}">
        <p14:creationId xmlns:p14="http://schemas.microsoft.com/office/powerpoint/2010/main" val="165746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9BB16-F94E-8CAE-E1BD-174AA560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70917"/>
            <a:ext cx="9905998" cy="147857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HTML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A8337-8A00-6D10-9564-42C7035E0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Clear document structure with  &lt;!DOCTYPE html&gt; ,  &lt;head&gt; ,  &lt;body&gt; 
Semantic elements:  &lt;header&gt; ,  &lt;</a:t>
            </a:r>
            <a:r>
              <a:rPr lang="en-US" dirty="0" err="1">
                <a:solidFill>
                  <a:schemeClr val="bg1"/>
                </a:solidFill>
              </a:rPr>
              <a:t>nav</a:t>
            </a:r>
            <a:r>
              <a:rPr lang="en-US" dirty="0">
                <a:solidFill>
                  <a:schemeClr val="bg1"/>
                </a:solidFill>
              </a:rPr>
              <a:t>&gt; ,  &lt;section&gt; ,  &lt;footer&gt; 
 Logical heading hierarchy:  &lt;h1&gt;  →  &lt;h2&gt;  →  &lt;h3&gt; 
Organized content with classes for reusability
 Links, images, buttons, and form inputs properly structured
Form fields ready — labeled and accessible”</a:t>
            </a:r>
          </a:p>
        </p:txBody>
      </p:sp>
    </p:spTree>
    <p:extLst>
      <p:ext uri="{BB962C8B-B14F-4D97-AF65-F5344CB8AC3E}">
        <p14:creationId xmlns:p14="http://schemas.microsoft.com/office/powerpoint/2010/main" val="2048663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85CC-DDB0-8D0E-CBEE-D29DA7D9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CSS &amp; VISUAL DESI</a:t>
            </a:r>
            <a:r>
              <a:rPr lang="en-US" dirty="0">
                <a:solidFill>
                  <a:schemeClr val="bg1"/>
                </a:solidFill>
              </a:rPr>
              <a:t>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5414D-245F-428F-6945-38672EC4B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3126" y="2097088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Go to code….. </a:t>
            </a:r>
          </a:p>
        </p:txBody>
      </p:sp>
    </p:spTree>
    <p:extLst>
      <p:ext uri="{BB962C8B-B14F-4D97-AF65-F5344CB8AC3E}">
        <p14:creationId xmlns:p14="http://schemas.microsoft.com/office/powerpoint/2010/main" val="398246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C788-C5F1-EEDF-8D24-11AC75B3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RESPONSIVE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DCE16-14EB-275F-A6A5-61FC4C4DA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• Desktop: Full navigation, wide layout, side-by-side content
• Tablet (≤768px): Menu icon appears → </a:t>
            </a:r>
            <a:r>
              <a:rPr lang="en-US" dirty="0" err="1">
                <a:solidFill>
                  <a:schemeClr val="bg1"/>
                </a:solidFill>
              </a:rPr>
              <a:t>nav</a:t>
            </a:r>
            <a:r>
              <a:rPr lang="en-US" dirty="0">
                <a:solidFill>
                  <a:schemeClr val="bg1"/>
                </a:solidFill>
              </a:rPr>
              <a:t> links stack vertically; images resize
• Mobile (≤600px): Compact layout, smaller text, simplified inputs
• No horizontal scrolling anywhere
• All text remains readable; buttons are easy to tap”</a:t>
            </a:r>
          </a:p>
        </p:txBody>
      </p:sp>
    </p:spTree>
    <p:extLst>
      <p:ext uri="{BB962C8B-B14F-4D97-AF65-F5344CB8AC3E}">
        <p14:creationId xmlns:p14="http://schemas.microsoft.com/office/powerpoint/2010/main" val="1723042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8A32C-1307-0BA0-B53A-F243FFA9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56" y="-2765125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NAVIGATION &amp; USABILITY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537CB-DD43-CF81-76B2-DEAC525AB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555" y="634772"/>
            <a:ext cx="9905999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Navigation is simple:
• Fixed </a:t>
            </a:r>
            <a:r>
              <a:rPr lang="en-US" b="1" dirty="0" err="1">
                <a:solidFill>
                  <a:schemeClr val="bg1"/>
                </a:solidFill>
              </a:rPr>
              <a:t>navbar</a:t>
            </a:r>
            <a:r>
              <a:rPr lang="en-US" b="1" dirty="0">
                <a:solidFill>
                  <a:schemeClr val="bg1"/>
                </a:solidFill>
              </a:rPr>
              <a:t> stays at the top
• Every link jumps to the correct section smoothly
• Hover effects show what’s clickable
• Buttons and cards respond on hover
• Footer links also work for quick access”</a:t>
            </a:r>
          </a:p>
        </p:txBody>
      </p:sp>
    </p:spTree>
    <p:extLst>
      <p:ext uri="{BB962C8B-B14F-4D97-AF65-F5344CB8AC3E}">
        <p14:creationId xmlns:p14="http://schemas.microsoft.com/office/powerpoint/2010/main" val="1459307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D51B-6B5C-94D2-498A-912655582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5883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FILE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7EC88-0153-A4D3-5846-BE469B4CC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Go to file</a:t>
            </a:r>
          </a:p>
        </p:txBody>
      </p:sp>
    </p:spTree>
    <p:extLst>
      <p:ext uri="{BB962C8B-B14F-4D97-AF65-F5344CB8AC3E}">
        <p14:creationId xmlns:p14="http://schemas.microsoft.com/office/powerpoint/2010/main" val="2128918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9FAAC-72E8-19AE-FAAD-7DCCA6B93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Challenges and solutions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EECD7-9332-298B-6DD8-70B28D9AD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Problem:</a:t>
            </a:r>
          </a:p>
          <a:p>
            <a:r>
              <a:rPr lang="en-US" dirty="0">
                <a:solidFill>
                  <a:schemeClr val="bg1"/>
                </a:solidFill>
              </a:rPr>
              <a:t>“When I added responsive media queries, the navigation bar overlapped content on mobile — the links pushed down and covered the About section.”</a:t>
            </a:r>
          </a:p>
          <a:p>
            <a:r>
              <a:rPr lang="en-US" dirty="0">
                <a:solidFill>
                  <a:schemeClr val="bg1"/>
                </a:solidFill>
              </a:rPr>
              <a:t>Internet </a:t>
            </a:r>
          </a:p>
          <a:p>
            <a:r>
              <a:rPr lang="en-US" dirty="0">
                <a:solidFill>
                  <a:schemeClr val="bg1"/>
                </a:solidFill>
              </a:rPr>
              <a:t>Adjusting the design</a:t>
            </a:r>
          </a:p>
        </p:txBody>
      </p:sp>
    </p:spTree>
    <p:extLst>
      <p:ext uri="{BB962C8B-B14F-4D97-AF65-F5344CB8AC3E}">
        <p14:creationId xmlns:p14="http://schemas.microsoft.com/office/powerpoint/2010/main" val="649576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416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Circuit</vt:lpstr>
      <vt:lpstr>MIDTERM PROJECT UPDATE PRESENTATION</vt:lpstr>
      <vt:lpstr>PROJECT OVERVIEW</vt:lpstr>
      <vt:lpstr>CURRENT STATUS &amp; PROGRESS</vt:lpstr>
      <vt:lpstr>HTML STRUCTURE</vt:lpstr>
      <vt:lpstr>CSS &amp; VISUAL DESIGN</vt:lpstr>
      <vt:lpstr>RESPONSIVE DESIGN</vt:lpstr>
      <vt:lpstr> NAVIGATION &amp; USABILITY</vt:lpstr>
      <vt:lpstr>FILE ORGANIZATION</vt:lpstr>
      <vt:lpstr>Challenges and solutions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PROJECT UPDATE PRESENTATION</dc:title>
  <dc:creator>leamaesapanta@gmail.com</dc:creator>
  <cp:lastModifiedBy>LEPTS26A1F7.1-ROCEL BAYNOSA CLORES</cp:lastModifiedBy>
  <cp:revision>2</cp:revision>
  <dcterms:created xsi:type="dcterms:W3CDTF">2026-09-28T01:12:36Z</dcterms:created>
  <dcterms:modified xsi:type="dcterms:W3CDTF">2026-09-28T02:30:44Z</dcterms:modified>
</cp:coreProperties>
</file>